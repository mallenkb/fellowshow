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FellowShow PowerPoint Renderer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Bundled Windows document conversion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